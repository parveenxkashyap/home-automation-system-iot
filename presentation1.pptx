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/N -" userId="b15af02ab0979ea2" providerId="LiveId" clId="{B39B55F5-9968-4DD7-B39E-0802BBDAC4D3}"/>
    <pc:docChg chg="custSel modSld">
      <pc:chgData name="PRAV/N -" userId="b15af02ab0979ea2" providerId="LiveId" clId="{B39B55F5-9968-4DD7-B39E-0802BBDAC4D3}" dt="2025-02-12T14:20:31.261" v="35" actId="14100"/>
      <pc:docMkLst>
        <pc:docMk/>
      </pc:docMkLst>
      <pc:sldChg chg="addSp delSp modSp mod">
        <pc:chgData name="PRAV/N -" userId="b15af02ab0979ea2" providerId="LiveId" clId="{B39B55F5-9968-4DD7-B39E-0802BBDAC4D3}" dt="2025-02-12T14:15:16.681" v="27" actId="14100"/>
        <pc:sldMkLst>
          <pc:docMk/>
          <pc:sldMk cId="341853557" sldId="256"/>
        </pc:sldMkLst>
        <pc:picChg chg="del">
          <ac:chgData name="PRAV/N -" userId="b15af02ab0979ea2" providerId="LiveId" clId="{B39B55F5-9968-4DD7-B39E-0802BBDAC4D3}" dt="2025-02-12T13:28:44.540" v="19" actId="478"/>
          <ac:picMkLst>
            <pc:docMk/>
            <pc:sldMk cId="341853557" sldId="256"/>
            <ac:picMk id="5" creationId="{A6443CC6-D980-C975-9160-51AF26D634F5}"/>
          </ac:picMkLst>
        </pc:picChg>
        <pc:picChg chg="add mod">
          <ac:chgData name="PRAV/N -" userId="b15af02ab0979ea2" providerId="LiveId" clId="{B39B55F5-9968-4DD7-B39E-0802BBDAC4D3}" dt="2025-02-12T14:15:16.681" v="27" actId="14100"/>
          <ac:picMkLst>
            <pc:docMk/>
            <pc:sldMk cId="341853557" sldId="256"/>
            <ac:picMk id="5" creationId="{D227BCB4-DB32-74C7-EEEC-DFBD65B75908}"/>
          </ac:picMkLst>
        </pc:picChg>
        <pc:picChg chg="add del mod">
          <ac:chgData name="PRAV/N -" userId="b15af02ab0979ea2" providerId="LiveId" clId="{B39B55F5-9968-4DD7-B39E-0802BBDAC4D3}" dt="2025-02-12T13:28:42.354" v="18" actId="478"/>
          <ac:picMkLst>
            <pc:docMk/>
            <pc:sldMk cId="341853557" sldId="256"/>
            <ac:picMk id="6" creationId="{BFC6EA4F-9CED-4858-1BE8-428BCCDAA98E}"/>
          </ac:picMkLst>
        </pc:picChg>
        <pc:picChg chg="add del mod">
          <ac:chgData name="PRAV/N -" userId="b15af02ab0979ea2" providerId="LiveId" clId="{B39B55F5-9968-4DD7-B39E-0802BBDAC4D3}" dt="2025-02-12T14:15:06.259" v="24" actId="478"/>
          <ac:picMkLst>
            <pc:docMk/>
            <pc:sldMk cId="341853557" sldId="256"/>
            <ac:picMk id="8" creationId="{AB33E627-4420-73CA-32CC-344FD23E5419}"/>
          </ac:picMkLst>
        </pc:picChg>
      </pc:sldChg>
      <pc:sldChg chg="addSp delSp modSp mod">
        <pc:chgData name="PRAV/N -" userId="b15af02ab0979ea2" providerId="LiveId" clId="{B39B55F5-9968-4DD7-B39E-0802BBDAC4D3}" dt="2025-02-12T13:27:37.674" v="17" actId="14100"/>
        <pc:sldMkLst>
          <pc:docMk/>
          <pc:sldMk cId="771849606" sldId="258"/>
        </pc:sldMkLst>
        <pc:picChg chg="del">
          <ac:chgData name="PRAV/N -" userId="b15af02ab0979ea2" providerId="LiveId" clId="{B39B55F5-9968-4DD7-B39E-0802BBDAC4D3}" dt="2025-02-12T13:27:25.188" v="12" actId="478"/>
          <ac:picMkLst>
            <pc:docMk/>
            <pc:sldMk cId="771849606" sldId="258"/>
            <ac:picMk id="5" creationId="{C73A58B9-791A-E177-D334-54F35C38E2C3}"/>
          </ac:picMkLst>
        </pc:picChg>
        <pc:picChg chg="add mod">
          <ac:chgData name="PRAV/N -" userId="b15af02ab0979ea2" providerId="LiveId" clId="{B39B55F5-9968-4DD7-B39E-0802BBDAC4D3}" dt="2025-02-12T13:27:37.674" v="17" actId="14100"/>
          <ac:picMkLst>
            <pc:docMk/>
            <pc:sldMk cId="771849606" sldId="258"/>
            <ac:picMk id="6" creationId="{152622A5-DEBA-3F3B-6428-8C8F8B15862D}"/>
          </ac:picMkLst>
        </pc:picChg>
      </pc:sldChg>
      <pc:sldChg chg="addSp delSp modSp mod">
        <pc:chgData name="PRAV/N -" userId="b15af02ab0979ea2" providerId="LiveId" clId="{B39B55F5-9968-4DD7-B39E-0802BBDAC4D3}" dt="2025-02-12T13:26:53.207" v="11" actId="14100"/>
        <pc:sldMkLst>
          <pc:docMk/>
          <pc:sldMk cId="52503934" sldId="259"/>
        </pc:sldMkLst>
        <pc:picChg chg="del">
          <ac:chgData name="PRAV/N -" userId="b15af02ab0979ea2" providerId="LiveId" clId="{B39B55F5-9968-4DD7-B39E-0802BBDAC4D3}" dt="2025-02-12T13:26:41.894" v="6" actId="478"/>
          <ac:picMkLst>
            <pc:docMk/>
            <pc:sldMk cId="52503934" sldId="259"/>
            <ac:picMk id="5" creationId="{0A0F9160-93EA-7A36-64FD-B06D0DAE43A1}"/>
          </ac:picMkLst>
        </pc:picChg>
        <pc:picChg chg="add mod">
          <ac:chgData name="PRAV/N -" userId="b15af02ab0979ea2" providerId="LiveId" clId="{B39B55F5-9968-4DD7-B39E-0802BBDAC4D3}" dt="2025-02-12T13:26:53.207" v="11" actId="14100"/>
          <ac:picMkLst>
            <pc:docMk/>
            <pc:sldMk cId="52503934" sldId="259"/>
            <ac:picMk id="6" creationId="{579786B9-83B5-B5E0-AE9A-3E59E4C3C6EB}"/>
          </ac:picMkLst>
        </pc:picChg>
      </pc:sldChg>
      <pc:sldChg chg="addSp delSp modSp mod">
        <pc:chgData name="PRAV/N -" userId="b15af02ab0979ea2" providerId="LiveId" clId="{B39B55F5-9968-4DD7-B39E-0802BBDAC4D3}" dt="2025-02-12T14:20:31.261" v="35" actId="14100"/>
        <pc:sldMkLst>
          <pc:docMk/>
          <pc:sldMk cId="148922840" sldId="262"/>
        </pc:sldMkLst>
        <pc:picChg chg="del">
          <ac:chgData name="PRAV/N -" userId="b15af02ab0979ea2" providerId="LiveId" clId="{B39B55F5-9968-4DD7-B39E-0802BBDAC4D3}" dt="2025-02-12T14:17:37.796" v="28" actId="478"/>
          <ac:picMkLst>
            <pc:docMk/>
            <pc:sldMk cId="148922840" sldId="262"/>
            <ac:picMk id="5" creationId="{9B3569B0-A856-0646-613A-F064B98ED02C}"/>
          </ac:picMkLst>
        </pc:picChg>
        <pc:picChg chg="add del mod">
          <ac:chgData name="PRAV/N -" userId="b15af02ab0979ea2" providerId="LiveId" clId="{B39B55F5-9968-4DD7-B39E-0802BBDAC4D3}" dt="2025-02-12T14:20:23.481" v="32" actId="478"/>
          <ac:picMkLst>
            <pc:docMk/>
            <pc:sldMk cId="148922840" sldId="262"/>
            <ac:picMk id="6" creationId="{5090BCAC-3AB8-2F08-EA4A-75FEC3F6C66E}"/>
          </ac:picMkLst>
        </pc:picChg>
        <pc:picChg chg="add mod">
          <ac:chgData name="PRAV/N -" userId="b15af02ab0979ea2" providerId="LiveId" clId="{B39B55F5-9968-4DD7-B39E-0802BBDAC4D3}" dt="2025-02-12T14:20:31.261" v="35" actId="14100"/>
          <ac:picMkLst>
            <pc:docMk/>
            <pc:sldMk cId="148922840" sldId="262"/>
            <ac:picMk id="8" creationId="{81DBD69F-F575-0407-F9E0-E7F76A27277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11E6-5CD3-D4D6-BB4E-37C7D7A32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435F3-57DF-4A84-24AC-0A8D3A94F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3F43B-2916-9E47-AA8A-AAEE71B2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EDE96-A574-8618-83C2-DF93EB21C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C2FD2-73D0-34A2-0145-CBFA5818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61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7E973-5C91-C237-E7A1-CB5672CE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19209-CCD7-F640-0A55-1FD660A86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A81D3-A6D9-EFDC-2AB2-1FF19C8D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C63DD-C87B-BCE9-8683-B237DBB9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5C418-9923-E0C2-D162-7516E45D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4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80F2-09A4-785E-2D97-17AC5294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C550-E6C4-4AAC-FEEE-8C97BAC35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1BD3E-7DF8-BCC7-8538-0DE8CF17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07E11-86D5-90C0-01E7-ED2BA4BA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208CF-67C7-BF4C-A936-78850F62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37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7659-244B-5A2A-C1C4-6C9AD11DB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D9291-B168-617B-FF7A-2BC3960CD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BC578-F569-3E58-32FA-A42E3D994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21076-CB2B-2811-3F79-D12D1391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7E956-719E-97BA-B89F-56178DCD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8EF50-36E1-4A30-FC9B-55CF9F82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4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F162-1621-E711-DFAC-8C15DEFD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DD53D-7F85-81F0-62BB-D5F5F352B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73EE0-5402-E5B7-2AA9-0B382F80A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F1EA6-CE65-22E0-00FB-798BCF204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965AD-6B5F-076C-83E0-FEB8113FB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A2B907-0692-EDD5-89F7-8AC72863E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0B030-1EE8-53BD-E3D0-BE5BA415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48133-ABA5-3409-CF49-7C3CBB732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16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84FC-0ACA-A074-648D-9E2AB8C1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ACF3D-171E-F566-6770-C35EC9CA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8AE08-2019-872B-4272-7373AEF5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051C5-9B9E-A9A3-1BC2-B56BC2A0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20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786250-B66D-7C40-310A-D9DB41C3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BA53BA-CBD8-2388-BA07-A46AEA4D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60AD2-FDBE-4476-E5DC-942966AA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95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2B382-EAA7-D08B-E70F-F8A91DC5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DC2B7-CBDC-CD88-961E-A663A1A9C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CE951-C6B9-B847-BE1E-C3BD4D69B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52A7B-635A-D8E3-4D55-D74622FD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5665B-A555-EE33-E13C-68EE28CE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A9BC5-602A-EB0A-5971-868DB84B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06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81FB-74A5-AEFC-128D-C8DD7795B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FB14A2-3A3A-4178-86FA-73676774B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3DA8F-CB26-8354-FB6B-6D6D4806B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519AF-8420-E866-328C-52FB5EF0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99E14-C64E-89E1-6A04-03C50001A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202A1-90C0-DCAE-D44B-3F438ABF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719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3BB34-8B35-A96F-FE21-31763D9E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FA438-7243-BD01-D32E-61A40B9B8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622F0-0B16-E473-1A6A-2781477C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54A11-4F45-077C-29D2-E4810764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7FD39-A6D2-A565-6F3F-0FC98C0C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2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0F0A4-E47A-91E9-E359-B568BF77C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975CE-42A7-B119-9FA3-22D7BD81F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46C07-5799-8736-FD8E-8746A849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ABCC2-BC47-1297-9013-2C64F815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175BE-AAE5-683D-6554-2950DCD4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95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D3E3B-2178-B547-E43D-6C6713E30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78F91-96B5-672A-3233-3C2195991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15D89-6F39-CE7E-8971-654A3FCFB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9D3A4-959B-4CCA-9AFE-F54FE925E1FE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3B7E4-36FD-AB95-CEE5-A50481F3C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F5258-0EDA-A31D-5B74-A50B994EC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9C354-050C-431F-A5BB-EF27F29D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68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FDB0D-EB62-1EB1-64EF-99B0F074F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A3EAE-5CA8-A2B1-AD73-31EE4C7B7F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7BCB4-DB32-74C7-EEEC-DFBD65B75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55" y="0"/>
            <a:ext cx="12217255" cy="67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3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DC7F-A68A-7487-A5C0-5841159ED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74810-C9E2-A6CA-667F-3A4A645F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7472D-A1D0-049B-EEC6-238F3554B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9916"/>
            <a:ext cx="12236849" cy="692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1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6467-440E-7C2B-BBC6-CD659973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2EFDE-E587-6628-B11B-25D49C61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622A5-DEBA-3F3B-6428-8C8F8B158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7390"/>
            <a:ext cx="12259664" cy="706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4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1C7D-5C42-9CA1-C3BE-22AB7FF5C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70A4D-303C-CECD-AB92-EBA71C57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86B9-83B5-B5E0-AE9A-3E59E4C3C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03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7572-23D0-80C4-6196-70A893C8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82BC3-1FDA-63AD-C30C-80A67625D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899CA-6853-B63A-558C-FE7BD0AB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2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CDD1-62D4-5DCD-CF0A-CDF611FF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6EA4-34DD-22B6-0766-163383CC4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2F9BA-03F1-BCE6-6B4D-7235FAB4F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1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F98FC-8824-A59C-134B-CC5366E0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C5636-33E9-EFA4-B82E-87060D554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DBD69F-F575-0407-F9E0-E7F76A272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062" y="1"/>
            <a:ext cx="12243061" cy="682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PRAV/N -</dc:creator>
  <cp:lastModifiedBy>PRAV/N -</cp:lastModifiedBy>
  <cp:revision>1</cp:revision>
  <dcterms:created xsi:type="dcterms:W3CDTF">2025-02-12T13:02:10Z</dcterms:created>
  <dcterms:modified xsi:type="dcterms:W3CDTF">2025-02-12T14:21:06Z</dcterms:modified>
</cp:coreProperties>
</file>